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5" autoAdjust="0"/>
    <p:restoredTop sz="94713" autoAdjust="0"/>
  </p:normalViewPr>
  <p:slideViewPr>
    <p:cSldViewPr>
      <p:cViewPr varScale="1">
        <p:scale>
          <a:sx n="106" d="100"/>
          <a:sy n="106" d="100"/>
        </p:scale>
        <p:origin x="-166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</p:spPr>
        <p:txBody>
          <a:bodyPr>
            <a:normAutofit/>
          </a:bodyPr>
          <a:lstStyle/>
          <a:p>
            <a:r>
              <a:rPr lang="ru-RU" sz="4000" dirty="0" smtClean="0">
                <a:latin typeface="Arial Black" panose="020B0A04020102020204" pitchFamily="34" charset="0"/>
              </a:rPr>
              <a:t>МИР ПРОГРАММИСТОВ</a:t>
            </a:r>
            <a:endParaRPr lang="ru-RU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27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Информация о сайте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Мир программистов – это сайт про программистов, существующий во всём мире</a:t>
            </a:r>
          </a:p>
          <a:p>
            <a:r>
              <a:rPr lang="ru-RU" dirty="0" smtClean="0"/>
              <a:t>От самых известных легенд в программировании, до может только появившихся, наша база данных пополняется с каждым днём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32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Начальная страница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На начальной странице вы сможете увидеть информацию о работе программиста</a:t>
            </a:r>
          </a:p>
          <a:p>
            <a:r>
              <a:rPr lang="ru-RU" dirty="0" smtClean="0"/>
              <a:t>Также информацию про то, что входит в его работу, в минималистичном виде</a:t>
            </a:r>
          </a:p>
          <a:p>
            <a:r>
              <a:rPr lang="ru-RU" dirty="0" smtClean="0"/>
              <a:t>И конечно же Инструменты программиста, то чем он работает для создания программ, сайтов, игр, и других проектов</a:t>
            </a:r>
            <a:br>
              <a:rPr lang="ru-RU" dirty="0" smtClean="0"/>
            </a:br>
            <a:r>
              <a:rPr lang="ru-RU" dirty="0" smtClean="0"/>
              <a:t>Галерея содержит фотографии самых известных программистов которые когда-либо жили</a:t>
            </a:r>
          </a:p>
          <a:p>
            <a:r>
              <a:rPr lang="ru-RU" dirty="0" smtClean="0"/>
              <a:t>При нажатие на наше лого вы можете вернутся на начальную страницу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32656"/>
            <a:ext cx="5111750" cy="4068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0" y="4476934"/>
            <a:ext cx="3637063" cy="1601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095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Левое меню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Само меню содержит главные кнопки: Главная, О нас, Услуги, Контакты</a:t>
            </a:r>
            <a:br>
              <a:rPr lang="ru-RU" dirty="0" smtClean="0"/>
            </a:br>
            <a:r>
              <a:rPr lang="ru-RU" dirty="0" smtClean="0"/>
              <a:t>Необходимо для более удобного пользования сайтом</a:t>
            </a:r>
            <a:endParaRPr lang="ru-RU" dirty="0"/>
          </a:p>
        </p:txBody>
      </p:sp>
      <p:pic>
        <p:nvPicPr>
          <p:cNvPr id="3077" name="Picture 5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8" b="3548"/>
          <a:stretch>
            <a:fillRect/>
          </a:stretch>
        </p:blipFill>
        <p:spPr bwMode="auto">
          <a:xfrm>
            <a:off x="1792288" y="612775"/>
            <a:ext cx="35718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69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Главная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Главная переносит вас на страницу с базой данных о всех программистов</a:t>
            </a:r>
          </a:p>
          <a:p>
            <a:r>
              <a:rPr lang="ru-RU" dirty="0" smtClean="0"/>
              <a:t>Она имеет быстрый поиск и ссылки на последние вкладки посещенные пользователем</a:t>
            </a:r>
          </a:p>
          <a:p>
            <a:r>
              <a:rPr lang="ru-RU" dirty="0" smtClean="0"/>
              <a:t>Также имеет быстрый фильтр стандартно настроено на: популярные вкладки</a:t>
            </a:r>
            <a:br>
              <a:rPr lang="ru-RU" dirty="0" smtClean="0"/>
            </a:br>
            <a:r>
              <a:rPr lang="ru-RU" dirty="0" smtClean="0"/>
              <a:t>(на данный момент она не закончена)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233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нас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Эта страница имеет всю необходимую информацию о нас</a:t>
            </a:r>
          </a:p>
          <a:p>
            <a:pPr marL="0" indent="0">
              <a:buNone/>
            </a:pPr>
            <a:r>
              <a:rPr lang="ru-RU" dirty="0" smtClean="0"/>
              <a:t>(На данный момент тоже не закончена)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28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Услуги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Все предоставленные нами услуги</a:t>
            </a:r>
          </a:p>
          <a:p>
            <a:r>
              <a:rPr lang="ru-RU" dirty="0" smtClean="0"/>
              <a:t>А также наши программисты могут предоставить услуги, такие как: Создание страницы, Написание программы, Создание телеграмм бота и другие возможные услуги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600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Контакты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Здесь вы можете связаться с нами для обратной связи, поддержки, помощи или других проблем</a:t>
            </a:r>
          </a:p>
          <a:p>
            <a:r>
              <a:rPr lang="ru-RU" dirty="0" smtClean="0"/>
              <a:t>На этой вкладке вы сможете найти номера телефонов наших представителей и адрес нашей электронной почты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545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708920"/>
            <a:ext cx="8229600" cy="1143000"/>
          </a:xfrm>
        </p:spPr>
        <p:txBody>
          <a:bodyPr/>
          <a:lstStyle/>
          <a:p>
            <a:r>
              <a:rPr lang="ru-RU" dirty="0" smtClean="0"/>
              <a:t>Спасибо за ваше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2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215</Words>
  <Application>Microsoft Office PowerPoint</Application>
  <PresentationFormat>Экран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МИР ПРОГРАММИСТОВ</vt:lpstr>
      <vt:lpstr>Информация о сайте</vt:lpstr>
      <vt:lpstr>Начальная страница</vt:lpstr>
      <vt:lpstr>Левое меню</vt:lpstr>
      <vt:lpstr>Главная</vt:lpstr>
      <vt:lpstr>О нас</vt:lpstr>
      <vt:lpstr>Услуги</vt:lpstr>
      <vt:lpstr>Контакты</vt:lpstr>
      <vt:lpstr>Спасибо за ваше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МИР ПРОГРАММИСТОВ</dc:title>
  <dc:creator>Профиль Общего Входа</dc:creator>
  <cp:lastModifiedBy>Профиль Общего Входа</cp:lastModifiedBy>
  <cp:revision>3</cp:revision>
  <dcterms:created xsi:type="dcterms:W3CDTF">2025-10-28T10:07:52Z</dcterms:created>
  <dcterms:modified xsi:type="dcterms:W3CDTF">2025-10-28T11:10:06Z</dcterms:modified>
</cp:coreProperties>
</file>